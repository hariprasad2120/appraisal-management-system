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40630"/>
            <a:ext cx="9144000" cy="1371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3489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Adarsh Shipping | Enterprise Showcase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483489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Slide {current} of {total}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Adarsh Shipping &amp; Services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</a:rPr>
              <a:t>Appraisal Management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Streamlining performance reviews, automating compensation data,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and empowering management decisions through a unified digital workflow.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4389120"/>
            <a:ext cx="18288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389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 User Roles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0" y="4389120"/>
            <a:ext cx="18288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4389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 Workflow Stages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4389120"/>
            <a:ext cx="18288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4389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 Review Layers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1. Project Overview &amp;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What AMS Does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Digitizes the full appraisal cycle from initiation and self-assessment through reviewer ratings, management decision, salary revision, meeting records, and closure.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</a:rPr>
              <a:t>Problems Solved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Replaces paper forms, spreadsheets, and email chasing with a structured workflow. Fixes inconsistent ratings, un-auditable decisions, and missed deadlines.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1188720"/>
            <a:ext cx="38404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Core Objectives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21208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Streamline workflow: Define a strict digital appraisal lifecycle.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Fair Scoring: Ensure scores via three independent reviewers.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Automate Triggers: Deadlines, reminders, and arrear calculations.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Protect Data: Role-based access and complete audit history.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• Centralize Records: Ratings, salary revisions, MOMs, and KPIs.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2. Complete 10-Stage Appraisal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4630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Cycle Created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Admin assigns reviewers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14630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6. Mgmt Review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Scores reviewed by mgmt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1371600"/>
            <a:ext cx="14630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Confirmations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HR, TL, Manager confirm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2926080"/>
            <a:ext cx="14630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7. Decision Made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3383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Rating, slab, &amp; hike set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49040" y="1371600"/>
            <a:ext cx="14630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Self-Assessment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Employee submits (3 days)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49040" y="2926080"/>
            <a:ext cx="14630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8. Meeting Scheduled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49040" y="3383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Date voted and held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94960" y="1371600"/>
            <a:ext cx="14630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4. Peer Ratings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3 reviewers score 9 criteria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94960" y="2926080"/>
            <a:ext cx="14630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9. MOM Created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3383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Discussion documented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40880" y="1371600"/>
            <a:ext cx="14630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5. Rating Review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4088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Disagreements revised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40880" y="2926080"/>
            <a:ext cx="146304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10. Cycle Closed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40880" y="3383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Permanently archived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STATUS PIPELINE: PENDING → SELF SUBMITTED → RATING IN PROGRESS → RATINGS COMPLETE → MANAGEMENT REVIEW → DECIDED → CLOSED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3. Core System Capabilities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Digital Assessments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Employees complete a 9-category self-assessment. Three reviewers then score independently before scores are revealed to each other.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KPI Tracking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54880" y="1737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Monthly KPI history connects day-to-day employee performance directly with year-end appraisal decisions in a centralized view.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Salary &amp; Arrears Automation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Management selects increment slabs. Late meetings trigger automatic daily-rate arrear calculation for approval and tracking.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926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Meeting Minutes (MOM)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54880" y="32918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HR, Admin, and Management can record and securely store separate meeting notes against each individual appraisal cycle.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4. User Roles &amp; Access Control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20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Admin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Full system control, cycle creation, salary slabs, extensions, and data tools.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920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51760" y="17373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Reviews aggregate ratings, decides salary hikes, approves arrears.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920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HR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7373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Reviewer role, confirms availability, writes MOM, handles notifications.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1920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Team Lead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0" y="17373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Rates reports, confirms availability, views team KPI data, votes on dates.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508760" y="2926080"/>
            <a:ext cx="1920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Manager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32918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Independent reviewer for assigned employees with rating responsibilities.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11880" y="2926080"/>
            <a:ext cx="1920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Employee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03320" y="32918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Self-assessment, cycle status view, KPI records, and salary history.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15000" y="2926080"/>
            <a:ext cx="192024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Partner / Director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06440" y="32918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Read-only oversight across all employee records and appraisal info.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Users can hold dual roles (e.g. HR + Employee) to submit their own appraisal while reviewing others.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5. Role-Based Dashboards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Admin Dashboard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Alerts for cycles due this month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Overview of all active cycles &amp; confirmations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Extension request management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Global support ticket overview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8404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Management Dashboard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8288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Queues awaiting final salary decisions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Arrear payment approvals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Top performers &amp; performance charts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Real-time financial metrics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38404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Reviewer / HR / TL Dashboard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Assigned cycles &amp; availability status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Pending rating submissions queue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MOM entry interface &amp; Meeting date votes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Team KPI overviews for Leaders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3200400"/>
            <a:ext cx="384048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Employee Dashboard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3657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Personal cycle progress &amp; status timeline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Self-assessment submission forms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Monthly KPI records &amp; Salary history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 Personal notifications &amp; support tickets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6. Automation &amp; Triggers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The system keeps users moving without manual email chasing.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Automated Triggers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FFFFFF"/>
                </a:solidFill>
              </a:rPr>
              <a:t>• Anniversary Detection: Detects appraisal month and notifies Admin to create a cycle.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• Smart Unlocking: Self-assessment is unlocked automatically as soon as reviewers confirm availability.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• Deadline Reminders: Sent automatically before self-assessment and rating deadlines close.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</a:rPr>
              <a:t>• Arrear Auto-Calculation: Late meetings automatically create daily-rate arrears for payout approval.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0" y="1463040"/>
            <a:ext cx="320040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0" y="1645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In-App Notifications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669280" y="2194560"/>
            <a:ext cx="283464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Cycle Started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0" y="2651760"/>
            <a:ext cx="283464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2651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🔓 Self-assessment unlocked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3108960"/>
            <a:ext cx="283464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⚠️ Deadline approaching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0" y="3566160"/>
            <a:ext cx="283464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3566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🚨 Urgent action needed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7. Governance &amp; Security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Security Controls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FFFFFF"/>
                </a:solidFill>
              </a:rPr>
              <a:t>• Authentication: Challenge-based passkey login, reset approval, and bcrypt hashing.</a:t>
            </a:r>
            <a:endParaRPr lang="en-US" sz="1500" dirty="0"/>
          </a:p>
          <a:p>
            <a:endParaRPr lang="en-US" sz="1500" dirty="0"/>
          </a:p>
          <a:p>
            <a:r>
              <a:rPr lang="en-US" sz="1500" dirty="0">
                <a:solidFill>
                  <a:srgbClr val="FFFFFF"/>
                </a:solidFill>
              </a:rPr>
              <a:t>• Role-Based Access: Every page enforces permissions; salary data is strictly protected.</a:t>
            </a:r>
            <a:endParaRPr lang="en-US" sz="1500" dirty="0"/>
          </a:p>
          <a:p>
            <a:endParaRPr lang="en-US" sz="1500" dirty="0"/>
          </a:p>
          <a:p>
            <a:r>
              <a:rPr lang="en-US" sz="1500" dirty="0">
                <a:solidFill>
                  <a:srgbClr val="FFFFFF"/>
                </a:solidFill>
              </a:rPr>
              <a:t>• Session Management: Timeout controls, active session monitoring, and admin forced logout.</a:t>
            </a:r>
            <a:endParaRPr lang="en-US" sz="1500" dirty="0"/>
          </a:p>
          <a:p>
            <a:endParaRPr lang="en-US" sz="1500" dirty="0"/>
          </a:p>
          <a:p>
            <a:r>
              <a:rPr lang="en-US" sz="1500" dirty="0">
                <a:solidFill>
                  <a:srgbClr val="FFFFFF"/>
                </a:solidFill>
              </a:rPr>
              <a:t>• Privacy Controls: Employees cannot view others' data; partner access is strictly read-only.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Reports &amp; Audit Trails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0" y="19202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FFFFFF"/>
                </a:solidFill>
              </a:rPr>
              <a:t>• Complete Audit Trail: Actions, ratings, decisions, state changes, and timestamps are permanently logged.</a:t>
            </a:r>
            <a:endParaRPr lang="en-US" sz="1500" dirty="0"/>
          </a:p>
          <a:p>
            <a:endParaRPr lang="en-US" sz="1500" dirty="0"/>
          </a:p>
          <a:p>
            <a:r>
              <a:rPr lang="en-US" sz="1500" dirty="0">
                <a:solidFill>
                  <a:srgbClr val="FFFFFF"/>
                </a:solidFill>
              </a:rPr>
              <a:t>• Appraisal History: Ratings, reviewers, meeting dates, and MOM records stored securely per employee.</a:t>
            </a:r>
            <a:endParaRPr lang="en-US" sz="1500" dirty="0"/>
          </a:p>
          <a:p>
            <a:endParaRPr lang="en-US" sz="1500" dirty="0"/>
          </a:p>
          <a:p>
            <a:r>
              <a:rPr lang="en-US" sz="1500" dirty="0">
                <a:solidFill>
                  <a:srgbClr val="FFFFFF"/>
                </a:solidFill>
              </a:rPr>
              <a:t>• Salary Sheet: Tracks components, approved revisions, effective dates, and payout months.</a:t>
            </a:r>
            <a:endParaRPr lang="en-US" sz="1500" dirty="0"/>
          </a:p>
          <a:p>
            <a:endParaRPr lang="en-US" sz="1500" dirty="0"/>
          </a:p>
          <a:p>
            <a:r>
              <a:rPr lang="en-US" sz="1500" dirty="0">
                <a:solidFill>
                  <a:srgbClr val="FFFFFF"/>
                </a:solidFill>
              </a:rPr>
              <a:t>• Security Logs: All login attempts and reset requests are available for admin review.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8. Market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Off-the-shelf SaaS vs. Our Tailor-Made Solution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Feature Category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Generic SaaS (e.g., Workday, Zoho)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82F6"/>
                          </a:solidFill>
                        </a:rPr>
                        <a:t>Our Custom Solution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Customization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Rigid. Forces you to change your workflows to match the software.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Flexible. Molds perfectly to your exact business processes.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Data Ownership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Stored on 3rd-party shared servers with thousands of other clients.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You own 100% of the codebase and the database.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Pricing Model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Expensive recurring per-user, per-month licensing fees.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One-time development cost + nominal standard hosting.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Feature Bloat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Bloated with hundreds of unused tools that clutter the interface.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Lean, intuitive, and contains exactly what you need.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Future Integrations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Relies on whatever APIs the provider decides to support.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Open architecture. We can integrate anything at any time.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9. Cost Effectiveness &amp; Pricing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Generic Enterprise SaaS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Recurring Annual Cost (Licensing based)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F4444"/>
                </a:solidFill>
              </a:rPr>
              <a:t>$ _____________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Cost compounds every year. Adds up significantly.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84048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Our Custom Solution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4632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One-Time Development Cost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</a:rPr>
              <a:t>$ _____________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846320" y="3474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Zero recurring license fees. You own the code.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Estimated ROI Timeline:      ______ Months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10. Future Expansion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Advanced Analytics Dashboard [HIGH]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Deep-dive BI tools for management to analyze long-term trends, departmental performance, and budget utilization.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84048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Mobile App (iOS/Android) [HIGH]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Native applications allowing employees to complete appraisals and managers to approve hikes on the go.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384048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 Performance Insights [MEDIUM]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Automated AI-driven insights identifying flight risks, top talent retention strategies, and skill gap analysis.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384048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HRMS &amp; Payroll Integration [MEDIUM]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35661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Seamless data transfer of decided salary hikes and arrear payouts directly into existing financial systems.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11. Technology Stack &amp;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46888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Next.js 16 &amp; React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Lightning-fast server-side rendering, seamless routing, and an incredibly responsive user interface.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645920"/>
            <a:ext cx="246888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PostgreSQL &amp; Prisma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8328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Robust, relational enterprise database managed through modern type-safe ORM for flawless data integrity.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246888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8B2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Tailwind CSS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1792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 scalable, highly customized design system ensuring visual consistency across every module.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13816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23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Enterprise Security &amp; Deployment Ready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Features NextAuth v5 passkey integration, server-side validations, and is 100% compatible with Vercel, AWS, or custom secure VPS deployments.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B82F6"/>
                </a:solidFill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Ready to revolutionize your human resources and operational workflows.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2026-05-06T12:10:59Z</dcterms:created>
  <dcterms:modified xsi:type="dcterms:W3CDTF">2026-05-06T12:10:59Z</dcterms:modified>
</cp:coreProperties>
</file>