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9195"/>
            <a:ext cx="9144000" cy="1828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83455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Adarsh Shipping - Enterprise Systems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783455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Slide {current}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Adarsh Shipping &amp; Services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B4D8"/>
                </a:solidFill>
              </a:rPr>
              <a:t>Enterprise System Showcase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Appraisal, HR &amp; Operations Portal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4D8"/>
                </a:solidFill>
              </a:rPr>
              <a:t>1. Entire Product Showcase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FFFFF"/>
                </a:solidFill>
              </a:rPr>
              <a:t>A unified, internal portal designed specifically for Adarsh Shipping to manage human resources, streamline appraisals, and track employee performance seamlessly.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Core Capabilities Overview: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• Role-Based Employee Portals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• Digital Appraisal &amp; Performance Workflows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• Automated Attendance &amp; Overtime Processing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• Comprehensive Administrative Dashboards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• Secure &amp; Modern Tech Infrastructure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4D8"/>
                </a:solidFill>
              </a:rPr>
              <a:t>2. Features &amp; Modules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</a:rPr>
              <a:t>Appraisal Management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Digital forms, automated KPI/KRA calculations, and multi-level manager approvals.
</a:t>
            </a:r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</a:rPr>
              <a:t>Attendance &amp; Overtime Automation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Direct Excel import matching biometric dumps. Auto-calculation of Comp-Offs, LOPs, and Total Hours.
</a:t>
            </a:r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</a:rPr>
              <a:t>Role-Based Dashboards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Custom interfaces and analytics tailored for HODs, HR personnel, and System Admins.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4D8"/>
                </a:solidFill>
              </a:rPr>
              <a:t>3. Pros and Cons of This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00"/>
                </a:solidFill>
              </a:rPr>
              <a:t>PROS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FFFFFF"/>
                </a:solidFill>
              </a:rPr>
              <a:t>• 100% Custom-tailored to workflows</a:t>
            </a:r>
            <a:endParaRPr lang="en-US" sz="1800" dirty="0"/>
          </a:p>
          <a:p>
            <a:r>
              <a:rPr lang="en-US" sz="1800" dirty="0">
                <a:solidFill>
                  <a:srgbClr val="FFFFFF"/>
                </a:solidFill>
              </a:rPr>
              <a:t>• Complete Data Ownership (No lock-in)</a:t>
            </a:r>
            <a:endParaRPr lang="en-US" sz="1800" dirty="0"/>
          </a:p>
          <a:p>
            <a:r>
              <a:rPr lang="en-US" sz="1800" dirty="0">
                <a:solidFill>
                  <a:srgbClr val="FFFFFF"/>
                </a:solidFill>
              </a:rPr>
              <a:t>• No per-user monthly SaaS fees</a:t>
            </a:r>
            <a:endParaRPr lang="en-US" sz="1800" dirty="0"/>
          </a:p>
          <a:p>
            <a:r>
              <a:rPr lang="en-US" sz="1800" dirty="0">
                <a:solidFill>
                  <a:srgbClr val="FFFFFF"/>
                </a:solidFill>
              </a:rPr>
              <a:t>• Infinite expansion possibilities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0000"/>
                </a:solidFill>
              </a:rPr>
              <a:t>CONS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0" y="201168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FFFFFF"/>
                </a:solidFill>
              </a:rPr>
              <a:t>• Requires initial data migration</a:t>
            </a:r>
            <a:endParaRPr lang="en-US" sz="1800" dirty="0"/>
          </a:p>
          <a:p>
            <a:r>
              <a:rPr lang="en-US" sz="1800" dirty="0">
                <a:solidFill>
                  <a:srgbClr val="FFFFFF"/>
                </a:solidFill>
              </a:rPr>
              <a:t>• Internal staff training phase needed</a:t>
            </a:r>
            <a:endParaRPr lang="en-US" sz="1800" dirty="0"/>
          </a:p>
          <a:p>
            <a:r>
              <a:rPr lang="en-US" sz="1800" dirty="0">
                <a:solidFill>
                  <a:srgbClr val="FFFFFF"/>
                </a:solidFill>
              </a:rPr>
              <a:t>• Infrastructure hosting is self-managed</a:t>
            </a:r>
            <a:endParaRPr lang="en-US" sz="1800" dirty="0"/>
          </a:p>
          <a:p>
            <a:r>
              <a:rPr lang="en-US" sz="1800" dirty="0">
                <a:solidFill>
                  <a:srgbClr val="FFFFFF"/>
                </a:solidFill>
              </a:rPr>
              <a:t>• Upgrades are project-based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4D8"/>
                </a:solidFill>
              </a:rPr>
              <a:t>4. Boosting Organizational Efficiency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Eliminates Manual Data Entry: Overtime and LOPs are calculated algorithmically from raw data, reducing human error to zero.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Accelerated Workflows: Transforms a tedious paper-trail appraisal process into a swift digital approval pipeline.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Centralized Source of Truth: A single, definitive database for all HR data prevents discrepancies across departments.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Instant Analytics: Management can view department-wide performance metrics and bottlenecks instantly.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4D8"/>
                </a:solidFill>
              </a:rPr>
              <a:t>5. Why Choose This Solution?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</a:rPr>
              <a:t>Built Specifically For Adarsh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This is not a generic tool; it's built explicitly around Adarsh Shipping's exact operational logic and maritime requirements.
</a:t>
            </a:r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</a:rPr>
              <a:t>Data Privacy &amp; Security First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By owning the system, sensitive employee and financial data never sits on a shared multi-tenant SaaS provider.
</a:t>
            </a:r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</a:rPr>
              <a:t>Cost Efficiency At Scale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Adding 100 new employees doesn't increase your software licensing cost.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4D8"/>
                </a:solidFill>
              </a:rPr>
              <a:t>6. Market Comparison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Generic </a:t>
                      </a:r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SaaS </a:t>
                      </a:r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(e.g. </a:t>
                      </a:r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Workday, </a:t>
                      </a:r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Zoho)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B4D8"/>
                          </a:solidFill>
                        </a:rPr>
                        <a:t>Our </a:t>
                      </a:r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B4D8"/>
                          </a:solidFill>
                        </a:rPr>
                        <a:t>Tailor-Made </a:t>
                      </a:r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B4D8"/>
                          </a:solidFill>
                        </a:rPr>
                        <a:t>Solution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Customization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Rigid,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requires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changing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your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workflows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Flexible,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molds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your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exact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processes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Ownership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Stored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3rd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party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shared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servers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You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own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100%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code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database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Pricing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Per-user,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per-month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licensing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One-time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development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nominal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hosting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Features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Bloated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with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unused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tools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Lean,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containing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exactly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what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you 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need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4D8"/>
                </a:solidFill>
              </a:rPr>
              <a:t>7. Price Comparison &amp; Value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Market standard Enterprise HRMS solutions charge significant recurring licensing fees, severely penalizing company growth.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Market SaaS Cost (Annual recurring):   $_____________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Our Custom Project Cost (One-time):   $_____________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Estimated ROI Timeline:               ___ Months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4D8"/>
                </a:solidFill>
              </a:rPr>
              <a:t>8. Project Scalability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FFFFFF"/>
                </a:solidFill>
              </a:rPr>
              <a:t>• Modular Design Architecture: The codebase enables new enterprise modules to be plugged in effortlessly.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>
                <a:solidFill>
                  <a:srgbClr val="FFFFFF"/>
                </a:solidFill>
              </a:rPr>
              <a:t>• Enterprise-Grade Database: Powered by PostgreSQL, capable of managing millions of rows seamlessly.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>
                <a:solidFill>
                  <a:srgbClr val="FFFFFF"/>
                </a:solidFill>
              </a:rPr>
              <a:t>• Cloud-Native Infrastructure: Can be deployed on Vercel, AWS, or private VPS, ready to be scaled globally.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>
                <a:solidFill>
                  <a:srgbClr val="FFFFFF"/>
                </a:solidFill>
              </a:rPr>
              <a:t>• Edge Delivery: The Next.js framework guarantees lightning-fast load times even on slow networks.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4D8"/>
                </a:solidFill>
              </a:rPr>
              <a:t>9. Future Development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What we can build next, seamlessly integrated into your existing portal: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Complete HRMS: Fully automated payroll generation, recruitment lifecycle, and seamless onboarding.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CRM Module: Client relations, sales pipeline tracking, and maritime lead management.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ATS (Applicant Tracking): Career portal integration, automated resume parsing, and interview scheduling.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Advanced BI &amp; AI Analytics: Predictive insights on employee retention and operational bottlenecks.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4D8"/>
                </a:solidFill>
              </a:rPr>
              <a:t>10. Tech Stack &amp; Security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</a:rPr>
              <a:t>Modern Technology Stack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Core: Next.js 16 (App Router) &amp; React 19
• Database: PostgreSQL via Prisma ORM
• Styling: Tailwind CSS &amp; shadcn/ui
</a:t>
            </a:r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</a:rPr>
              <a:t>Enterprise Security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Authentication: NextAuth v5
• Access: Strict Role-Based Access Control (RBAC)
• Data Integrity: Server-side validation via Zod
</a:t>
            </a:r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</a:rPr>
              <a:t>Hosting &amp; Deployment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Ready for modern cloud providers (Vercel, AWS) or custom secure VPS setups.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B4D8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Ready to revolutionize your HR operations.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2026-05-06T11:40:47Z</dcterms:created>
  <dcterms:modified xsi:type="dcterms:W3CDTF">2026-05-06T11:40:47Z</dcterms:modified>
</cp:coreProperties>
</file>